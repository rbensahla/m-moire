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03"/>
  </p:normalViewPr>
  <p:slideViewPr>
    <p:cSldViewPr snapToGrid="0" snapToObjects="1">
      <p:cViewPr varScale="1">
        <p:scale>
          <a:sx n="102" d="100"/>
          <a:sy n="102" d="100"/>
        </p:scale>
        <p:origin x="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CD4133-BAAA-D246-9179-A150F6330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AEF388-A76F-1145-B725-E613BF87E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BD9E82-7457-1E46-9B41-876A1BF6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A00B5E-D3D7-AB4A-AC80-57AE39322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74FB1F-3928-9249-AED5-E13840D9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27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AB999-628E-5D49-A409-6FDD46FA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E24329-FF87-094D-AA5C-20DEF9E50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938A6B-A652-7342-8E0A-46F1A3EF4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7DF075-219B-D244-8584-B9EAE4EDF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7D6C87-92E1-2B49-AB5D-133632F3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05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8FDBA7-4700-1F45-A435-E87D5BCF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8134A5-7685-1045-8FC6-070182A3C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C240A4-D152-6444-9F53-7BC2168B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E7BD32-8362-7D4D-9DA1-76124878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77577D-B18B-D844-88B1-1EB58BC2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1883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E6E215-27A4-B94F-B627-5876AEE12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936F05-181E-1146-BB09-D2C61AA99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8A06C1-CDD3-6C42-A633-A1D6CD00C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98AF99-4F8E-0944-949D-9FCFAB16C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EBF874-7C77-AF47-914A-DC13907E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69090A-F5D0-DE42-AF10-3D0CB2E3E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852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BAC2F4-89CE-AF45-BF95-0291B5E90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65A5D8-EA32-B44C-ABAF-9A0B3BB4E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64BE306-AEB7-774F-AB35-AF7F67269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6DE64D-C1F1-6749-AFA3-68DDAFBCD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4A7C9F8-2EAB-ED4A-B5E9-478C462BD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B5902C3-B5B4-3946-AEC6-FF13D1CF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57B4054-D76D-1C43-AFAA-DE49AB6F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557A539-88C3-3A47-8C43-77124931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6660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BDFB1A-7485-CC4C-8D9E-46DE6DC6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4F8AC51-F7C4-7444-A929-4664C48D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A0D1226-6A39-1E40-BA0C-11733673C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6A3399-74E6-C644-B716-B1FAED17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7616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69FADB-EC14-AB4D-8848-CFDC3C9B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FFFEC6-E87B-8D46-83BE-CDA600BB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A87AE3-9F87-B64C-AA38-1AD7C53DA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08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7AD37-9522-444A-8B5F-3F4E78106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F52E28-73EB-3F41-AF1E-5CC7DE217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A23EEF-DCD0-FD4D-BDF1-12ED23D88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1302E5-6128-BA43-BDBA-15AFEE5D6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6D7F96-E162-FB47-A4B3-A3F6C3341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576088-3865-DE46-9772-928A46AD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909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FD60AE-094C-E741-9080-CE2E3280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C84D5EE-D60B-CD47-93E4-E83726A731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2C6CF0A-4B74-4048-A9EC-E5238E063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1D0E73-8749-0D47-B902-57E632DE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2844D7-7DB1-3146-B932-417AD6AC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A2B63B-0185-7549-8BE4-12879D2C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12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66B045-A9F9-704E-AF4C-7E4BDB890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C27130-A642-0949-9A3E-15FC2873B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E014DC-AECA-A54A-821C-BAAC12998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B94606-C6D5-2940-86B0-D9EBB82C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D891A5-3AC2-BF40-9DF1-6ABA87DD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69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855C922-6BF9-D74F-9CFF-634C5E466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0E1939-A8F5-444A-B510-D3FF589D9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9A0A12-C613-A34C-B453-4803027E6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48C215-BEC6-C640-951A-073DFEAC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DB83ED-6DFD-E948-94E9-77168AFE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772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37F8C8-E5BE-C540-96B0-42C19B16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28E061-75BE-5B46-B4CF-CE8D862EE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85BC99-BD12-3A4F-A1D9-D936C3ABA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597F3-049B-CE4D-A94A-78C55EBF0F84}" type="datetimeFigureOut">
              <a:rPr lang="fr-FR" smtClean="0"/>
              <a:t>26/09/2021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961568-9D4E-D848-A045-5EEDEB124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12936B-01D1-054E-8E7B-3A2FD5F09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E870E-695E-A84E-9F28-3F420155ED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73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BE5585-299D-6143-9FD7-60CEF82D4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4121" y="4171528"/>
            <a:ext cx="9163757" cy="450447"/>
          </a:xfrm>
        </p:spPr>
        <p:txBody>
          <a:bodyPr anchor="ctr">
            <a:normAutofit/>
          </a:bodyPr>
          <a:lstStyle/>
          <a:p>
            <a:endParaRPr lang="fr-FR" sz="2000">
              <a:solidFill>
                <a:schemeClr val="tx2"/>
              </a:solidFill>
            </a:endParaRPr>
          </a:p>
          <a:p>
            <a:endParaRPr lang="fr-FR" sz="2000">
              <a:solidFill>
                <a:schemeClr val="tx2"/>
              </a:solidFill>
            </a:endParaRPr>
          </a:p>
          <a:p>
            <a:endParaRPr lang="fr-FR" sz="2000">
              <a:solidFill>
                <a:schemeClr val="tx2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81E4AC8B-AEA8-8C4F-A61D-AEC1C939DC66}"/>
              </a:ext>
            </a:extLst>
          </p:cNvPr>
          <p:cNvSpPr txBox="1"/>
          <p:nvPr/>
        </p:nvSpPr>
        <p:spPr>
          <a:xfrm>
            <a:off x="4425696" y="621174"/>
            <a:ext cx="822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Soutenance de mémoire </a:t>
            </a:r>
          </a:p>
        </p:txBody>
      </p:sp>
    </p:spTree>
    <p:extLst>
      <p:ext uri="{BB962C8B-B14F-4D97-AF65-F5344CB8AC3E}">
        <p14:creationId xmlns:p14="http://schemas.microsoft.com/office/powerpoint/2010/main" val="2799624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7B9FF-0654-7242-8807-8EE83F5D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Modélisation de la volatilité &amp; Intérêt de l’utilisation du mouvement brownien fractionnaire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23C7EA8-1A57-8642-9C34-D31E68B680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Log Prix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fr-FR" dirty="0"/>
                  <a:t> : Semi-martingales souvent modélisées comme 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𝑑𝑌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Exemple : Modèle CEV (« Constant </a:t>
                </a:r>
                <a:r>
                  <a:rPr lang="fr-FR" dirty="0" err="1"/>
                  <a:t>Elasticity</a:t>
                </a:r>
                <a:r>
                  <a:rPr lang="fr-FR" dirty="0"/>
                  <a:t> of Variance Model »)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𝑑𝑡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fr-FR" dirty="0"/>
              </a:p>
              <a:p>
                <a:r>
                  <a:rPr lang="fr-FR" dirty="0"/>
                  <a:t>Considération d’une possible dépendance entre les accroissements du mouvement brownien : Les modèles basés sur le </a:t>
                </a:r>
                <a:r>
                  <a:rPr lang="fr-FR" dirty="0" err="1"/>
                  <a:t>mBF</a:t>
                </a:r>
                <a:r>
                  <a:rPr lang="fr-FR" dirty="0"/>
                  <a:t> sont supposés ne pas ignorer les évènements passés.</a:t>
                </a: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23C7EA8-1A57-8642-9C34-D31E68B680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50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06F9A3-2B2D-164D-A1F3-47F59C065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mouvement brownien fractionnaire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B6AE51-82C3-C944-ABE8-D6F192A59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mBF</a:t>
            </a:r>
            <a:r>
              <a:rPr lang="fr-FR" dirty="0"/>
              <a:t> noté</a:t>
            </a:r>
          </a:p>
        </p:txBody>
      </p:sp>
    </p:spTree>
    <p:extLst>
      <p:ext uri="{BB962C8B-B14F-4D97-AF65-F5344CB8AC3E}">
        <p14:creationId xmlns:p14="http://schemas.microsoft.com/office/powerpoint/2010/main" val="31213175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87</Words>
  <Application>Microsoft Macintosh PowerPoint</Application>
  <PresentationFormat>Grand écran</PresentationFormat>
  <Paragraphs>10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Thème Office</vt:lpstr>
      <vt:lpstr>Présentation PowerPoint</vt:lpstr>
      <vt:lpstr>Modélisation de la volatilité &amp; Intérêt de l’utilisation du mouvement brownien fractionnaire</vt:lpstr>
      <vt:lpstr>Le mouvement brownien fractionnaire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Réda Bensahla</dc:creator>
  <cp:lastModifiedBy>R B</cp:lastModifiedBy>
  <cp:revision>42</cp:revision>
  <dcterms:created xsi:type="dcterms:W3CDTF">2021-01-28T09:08:03Z</dcterms:created>
  <dcterms:modified xsi:type="dcterms:W3CDTF">2021-09-26T14:33:26Z</dcterms:modified>
</cp:coreProperties>
</file>